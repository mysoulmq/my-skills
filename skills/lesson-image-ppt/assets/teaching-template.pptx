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c93f61bb9e456c" /><Relationship Type="http://schemas.openxmlformats.org/officeDocument/2006/relationships/extended-properties" Target="/docProps/app.xml" Id="R73618a95787d459b" /><Relationship Type="http://schemas.openxmlformats.org/officeDocument/2006/relationships/officeDocument" Target="/ppt/presentation.xml" Id="R1e1d61c090fb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8d48483f240cf"/>
  </p:sldMasterIdLst>
  <p:notesMasterIdLst>
    <p:notesMasterId xmlns:r="http://schemas.openxmlformats.org/officeDocument/2006/relationships" r:id="Rb77de5f2e5134ab6"/>
  </p:notesMasterIdLst>
  <p:sldIdLst>
    <p:sldId xmlns:r="http://schemas.openxmlformats.org/officeDocument/2006/relationships" id="256" r:id="R865bc52590054e5e"/>
    <p:sldId xmlns:r="http://schemas.openxmlformats.org/officeDocument/2006/relationships" id="257" r:id="Rcc8b1e33f70d4ae3"/>
    <p:sldId xmlns:r="http://schemas.openxmlformats.org/officeDocument/2006/relationships" id="258" r:id="R904b887868e4443e"/>
    <p:sldId xmlns:r="http://schemas.openxmlformats.org/officeDocument/2006/relationships" id="259" r:id="Re566f969381f4a52"/>
    <p:sldId xmlns:r="http://schemas.openxmlformats.org/officeDocument/2006/relationships" id="260" r:id="R8847c08df2464925"/>
    <p:sldId xmlns:r="http://schemas.openxmlformats.org/officeDocument/2006/relationships" id="261" r:id="R69307182c5b745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42c3e54c440d6" /><Relationship Type="http://schemas.openxmlformats.org/officeDocument/2006/relationships/slideMaster" Target="/ppt/slideMasters/slideMaster1.xml" Id="Rcf68d48483f240cf" /><Relationship Type="http://schemas.openxmlformats.org/officeDocument/2006/relationships/notesMaster" Target="/ppt/notesMasters/notesMaster1.xml" Id="Rb77de5f2e5134ab6" /><Relationship Type="http://schemas.openxmlformats.org/officeDocument/2006/relationships/presProps" Target="/ppt/presProps.xml" Id="R64f08b38bfbb4314" /><Relationship Type="http://schemas.openxmlformats.org/officeDocument/2006/relationships/tableStyles" Target="/ppt/tableStyles.xml" Id="R89d1f6deb7184642" /><Relationship Type="http://schemas.openxmlformats.org/officeDocument/2006/relationships/slide" Target="/ppt/slides/slide1.xml" Id="R865bc52590054e5e" /><Relationship Type="http://schemas.openxmlformats.org/officeDocument/2006/relationships/slide" Target="/ppt/slides/slide2.xml" Id="Rcc8b1e33f70d4ae3" /><Relationship Type="http://schemas.openxmlformats.org/officeDocument/2006/relationships/slide" Target="/ppt/slides/slide3.xml" Id="R904b887868e4443e" /><Relationship Type="http://schemas.openxmlformats.org/officeDocument/2006/relationships/slide" Target="/ppt/slides/slide4.xml" Id="Re566f969381f4a52" /><Relationship Type="http://schemas.openxmlformats.org/officeDocument/2006/relationships/slide" Target="/ppt/slides/slide5.xml" Id="R8847c08df2464925" /><Relationship Type="http://schemas.openxmlformats.org/officeDocument/2006/relationships/slide" Target="/ppt/slides/slide6.xml" Id="R69307182c5b7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4e1365faaf4c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f582bb558d45c1" /><Relationship Type="http://schemas.openxmlformats.org/officeDocument/2006/relationships/notesMaster" Target="/ppt/notesMasters/notesMaster1.xml" Id="R969d7bc5a81c49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82d31275114587" /><Relationship Type="http://schemas.openxmlformats.org/officeDocument/2006/relationships/notesMaster" Target="/ppt/notesMasters/notesMaster1.xml" Id="R8ea5219ab3c840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6423543f8d4e82" /><Relationship Type="http://schemas.openxmlformats.org/officeDocument/2006/relationships/notesMaster" Target="/ppt/notesMasters/notesMaster1.xml" Id="Rd544250296d242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b0f44f85df4bf5" /><Relationship Type="http://schemas.openxmlformats.org/officeDocument/2006/relationships/notesMaster" Target="/ppt/notesMasters/notesMaster1.xml" Id="Rd1df0c6bcc2647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abd320852e4beb" /><Relationship Type="http://schemas.openxmlformats.org/officeDocument/2006/relationships/notesMaster" Target="/ppt/notesMasters/notesMaster1.xml" Id="R395580cc378943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4c31d0c0047d4" /><Relationship Type="http://schemas.openxmlformats.org/officeDocument/2006/relationships/notesMaster" Target="/ppt/notesMasters/notesMaster1.xml" Id="R179a4954de4f47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通用排版模板；示例文字不作为教学内容。保留对象名称，修改样式后保存。运行时读取受支持的命名对象，不复制示例文字。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通用排版模板；示例文字不作为教学内容。保留对象名称，修改样式后保存。运行时读取受支持的命名对象，不复制示例文字。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通用排版模板；示例文字不作为教学内容。保留对象名称，修改样式后保存。运行时读取受支持的命名对象，不复制示例文字。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通用排版模板；示例文字不作为教学内容。保留对象名称，修改样式后保存。运行时读取受支持的命名对象，不复制示例文字。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通用排版模板；示例文字不作为教学内容。保留对象名称，修改样式后保存。运行时读取受支持的命名对象，不复制示例文字。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通用排版模板；示例文字不作为教学内容。保留对象名称，修改样式后保存。运行时读取受支持的命名对象，不复制示例文字。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06c3c93f14d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1ce0a29cf546e6" /><Relationship Type="http://schemas.openxmlformats.org/officeDocument/2006/relationships/slideLayout" Target="/ppt/slideLayouts/slideLayout1.xml" Id="Rf93bcf8271d947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3bcf8271d947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97b806fbf4813" /><Relationship Type="http://schemas.openxmlformats.org/officeDocument/2006/relationships/notesSlide" Target="/ppt/notesSlides/notesSlide1.xml" Id="R6adb3361ebec49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a71ea4f0b40ed" /><Relationship Type="http://schemas.openxmlformats.org/officeDocument/2006/relationships/notesSlide" Target="/ppt/notesSlides/notesSlide2.xml" Id="R78fd6bddc34149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f559feb674da9" /><Relationship Type="http://schemas.openxmlformats.org/officeDocument/2006/relationships/notesSlide" Target="/ppt/notesSlides/notesSlide3.xml" Id="R45435b267093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f1ec1ad324ed6" /><Relationship Type="http://schemas.openxmlformats.org/officeDocument/2006/relationships/notesSlide" Target="/ppt/notesSlides/notesSlide4.xml" Id="Rdb5fba150e5d4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2e6db95a440c3" /><Relationship Type="http://schemas.openxmlformats.org/officeDocument/2006/relationships/notesSlide" Target="/ppt/notesSlides/notesSlide5.xml" Id="R99cc5641b82143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82748d6a44316" /><Relationship Type="http://schemas.openxmlformats.org/officeDocument/2006/relationships/notesSlide" Target="/ppt/notesSlides/notesSlide6.xml" Id="Rd262d6fe6017442f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DFE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lesson.title.2">
            <ns1:extLst>
              <ns1:ext uri="{FF2B5EF4-FFF2-40B4-BE49-F238E27FC236}">
                <ns2:creationId id="{571EB947-1ED8-4B2E-AED1-A8CFAC733ADF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66750"/>
            <ns1:ext cx="111252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3150" b="1">
                <ns1:solidFill>
                  <ns1:srgbClr val="173E52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讲义 · 2组并列要点</ns1:t>
            </ns1:r>
          </ns1:p>
        </ns0:txBody>
      </ns0:sp>
      <ns0:sp>
        <ns0:nvSpPr>
          <ns0:cNvPr id="2" name="lesson.subtitle.2">
            <ns1:extLst>
              <ns1:ext uri="{FF2B5EF4-FFF2-40B4-BE49-F238E27FC236}">
                <ns2:creationId id="{7D7EED6D-3C89-47CE-9E05-E620D0E31769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1504950"/>
            <ns1:ext cx="111252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175" b="1">
                <ns1:solidFill>
                  <ns1:srgbClr val="176B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概念之间的联系与区别</ns1:t>
            </ns1:r>
          </ns1:p>
        </ns0:txBody>
      </ns0:sp>
      <ns0:sp>
        <ns0:nvSpPr>
          <ns0:cNvPr id="3" name="lesson.body.2.1">
            <ns1:extLst>
              <ns1:ext uri="{FF2B5EF4-FFF2-40B4-BE49-F238E27FC236}">
                <ns2:creationId id="{473F52E1-C604-47A4-AFA9-987821C06819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223837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1、关键概念及其适用条件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  <ns0:sp>
        <ns0:nvSpPr>
          <ns0:cNvPr id="4" name="lesson.body.2.2">
            <ns1:extLst>
              <ns1:ext uri="{FF2B5EF4-FFF2-40B4-BE49-F238E27FC236}">
                <ns2:creationId id="{9B5B2F00-A0AC-4845-BEEB-C50BC978DDB0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351472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2、关键概念及其适用条件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</ns0:spTree>
    <ns0:extLst>
      <ns0:ext uri="{BB962C8B-B14F-4D97-AF65-F5344CB8AC3E}">
        <ns3:creationId val="279360354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DFE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lesson.title.3">
            <ns1:extLst>
              <ns1:ext uri="{FF2B5EF4-FFF2-40B4-BE49-F238E27FC236}">
                <ns2:creationId id="{AEEAD870-1C94-4844-8AF3-665F1F3D164A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66750"/>
            <ns1:ext cx="111252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3150" b="1">
                <ns1:solidFill>
                  <ns1:srgbClr val="173E52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讲义 · 3组并列要点</ns1:t>
            </ns1:r>
          </ns1:p>
        </ns0:txBody>
      </ns0:sp>
      <ns0:sp>
        <ns0:nvSpPr>
          <ns0:cNvPr id="2" name="lesson.subtitle.3">
            <ns1:extLst>
              <ns1:ext uri="{FF2B5EF4-FFF2-40B4-BE49-F238E27FC236}">
                <ns2:creationId id="{D371D69C-5382-4300-AF35-56DA98751458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1504950"/>
            <ns1:ext cx="111252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175" b="1">
                <ns1:solidFill>
                  <ns1:srgbClr val="176B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概念之间的联系与区别</ns1:t>
            </ns1:r>
          </ns1:p>
        </ns0:txBody>
      </ns0:sp>
      <ns0:sp>
        <ns0:nvSpPr>
          <ns0:cNvPr id="3" name="lesson.body.3.1">
            <ns1:extLst>
              <ns1:ext uri="{FF2B5EF4-FFF2-40B4-BE49-F238E27FC236}">
                <ns2:creationId id="{07EC627B-B3A8-45D2-A6DE-544121564FDD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223837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1、关键概念及其适用条件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  <ns0:sp>
        <ns0:nvSpPr>
          <ns0:cNvPr id="4" name="lesson.body.3.2">
            <ns1:extLst>
              <ns1:ext uri="{FF2B5EF4-FFF2-40B4-BE49-F238E27FC236}">
                <ns2:creationId id="{CFBD2D41-2EAD-424E-B8C8-F538268416E7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343852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2、关键概念及其适用条件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  <ns0:sp>
        <ns0:nvSpPr>
          <ns0:cNvPr id="5" name="lesson.body.3.3">
            <ns1:extLst>
              <ns1:ext uri="{FF2B5EF4-FFF2-40B4-BE49-F238E27FC236}">
                <ns2:creationId id="{6ED13001-8E4F-481E-8CA8-B99CEC9BB7D2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63867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3、关键概念及其适用条件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</ns0:spTree>
    <ns0:extLst>
      <ns0:ext uri="{BB962C8B-B14F-4D97-AF65-F5344CB8AC3E}">
        <ns3:creationId val="1001333728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DFE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lesson.title.4">
            <ns1:extLst>
              <ns1:ext uri="{FF2B5EF4-FFF2-40B4-BE49-F238E27FC236}">
                <ns2:creationId id="{0CD5AAEE-DA80-4904-8564-604C14BCB173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66750"/>
            <ns1:ext cx="111252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3150" b="1">
                <ns1:solidFill>
                  <ns1:srgbClr val="173E52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讲义 · 4组并列要点</ns1:t>
            </ns1:r>
          </ns1:p>
        </ns0:txBody>
      </ns0:sp>
      <ns0:sp>
        <ns0:nvSpPr>
          <ns0:cNvPr id="2" name="lesson.subtitle.4">
            <ns1:extLst>
              <ns1:ext uri="{FF2B5EF4-FFF2-40B4-BE49-F238E27FC236}">
                <ns2:creationId id="{7B08A4AE-A997-4921-A99A-D64B5FCC403A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1504950"/>
            <ns1:ext cx="111252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175" b="1">
                <ns1:solidFill>
                  <ns1:srgbClr val="176B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概念之间的联系与区别</ns1:t>
            </ns1:r>
          </ns1:p>
        </ns0:txBody>
      </ns0:sp>
      <ns0:sp>
        <ns0:nvSpPr>
          <ns0:cNvPr id="3" name="lesson.body.4.1">
            <ns1:extLst>
              <ns1:ext uri="{FF2B5EF4-FFF2-40B4-BE49-F238E27FC236}">
                <ns2:creationId id="{C57C2060-76C3-490F-A37F-ACE8E7FF603F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223837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1、关键概念及其适用条件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  <ns0:sp>
        <ns0:nvSpPr>
          <ns0:cNvPr id="4" name="lesson.body.4.2">
            <ns1:extLst>
              <ns1:ext uri="{FF2B5EF4-FFF2-40B4-BE49-F238E27FC236}">
                <ns2:creationId id="{1E508B0B-A05A-470A-9CD4-34AF251AE7C1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336232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2、关键概念及其适用条件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  <ns0:sp>
        <ns0:nvSpPr>
          <ns0:cNvPr id="5" name="lesson.body.4.3">
            <ns1:extLst>
              <ns1:ext uri="{FF2B5EF4-FFF2-40B4-BE49-F238E27FC236}">
                <ns2:creationId id="{B1332CB0-37CA-481A-BF46-CECF2CC81CC5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48627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3、关键概念及其适用条件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  <ns0:sp>
        <ns0:nvSpPr>
          <ns0:cNvPr id="6" name="lesson.body.4.4">
            <ns1:extLst>
              <ns1:ext uri="{FF2B5EF4-FFF2-40B4-BE49-F238E27FC236}">
                <ns2:creationId id="{250D2B28-8A08-49A7-84BF-03CB16313A20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5610225"/>
            <ns1:ext cx="111252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4、关键概念及其适用条件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完整呈现这一要点的解释，保留重要限定。</ns1:t>
            </ns1:r>
          </ns1:p>
        </ns0:txBody>
      </ns0:sp>
    </ns0:spTree>
    <ns0:extLst>
      <ns0:ext uri="{BB962C8B-B14F-4D97-AF65-F5344CB8AC3E}">
        <ns3:creationId val="412039526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DFE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lesson.branch.title">
            <ns1:extLst>
              <ns1:ext uri="{FF2B5EF4-FFF2-40B4-BE49-F238E27FC236}">
                <ns2:creationId id="{1D11CBFE-EE07-46EF-AD63-BA8C0C46700B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66750"/>
            <ns1:ext cx="111252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3150" b="1">
                <ns1:solidFill>
                  <ns1:srgbClr val="173E52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讲义 · 关系分支</ns1:t>
            </ns1:r>
          </ns1:p>
        </ns0:txBody>
      </ns0:sp>
      <ns0:sp>
        <ns0:nvSpPr>
          <ns0:cNvPr id="2" name="lesson.branch.root">
            <ns1:extLst>
              <ns1:ext uri="{FF2B5EF4-FFF2-40B4-BE49-F238E27FC236}">
                <ns2:creationId id="{C0075CFD-4B23-45B9-B1E0-228179EF8004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3238500"/>
            <ns1:ext cx="2190750" cy="857250"/>
          </ns1:xfrm>
          <ns1:prstGeom prst="rect">
            <ns1:avLst/>
          </ns1:prstGeom>
          <ns1:solidFill>
            <ns1:srgbClr val="EAF3F7"/>
          </ns1:solidFill>
          <ns1:ln w="19050">
            <ns1:solidFill>
              <ns1:srgbClr val="91B4C2"/>
            </ns1:solidFill>
          </ns1:ln>
        </ns0:spPr>
        <ns0:txBody>
          <ns1:bodyPr wrap="none" lIns="0" tIns="0" rIns="0" bIns="0" anchor="ctr">
            <ns1:noAutofit/>
          </ns1:bodyPr>
          <ns1:lstStyle/>
          <ns1:p>
            <ns1:pPr algn="ctr">
              <ns1:lnSpc>
                <ns1:spcPct val="130000"/>
              </ns1:lnSpc>
              <ns1:defRPr sz="2250" b="1">
                <ns1:solidFill>
                  <ns1:srgbClr val="176B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关系结构</ns1:t>
            </ns1:r>
          </ns1:p>
        </ns0:txBody>
      </ns0:sp>
      <ns0:sp>
        <ns0:nvSpPr>
          <ns0:cNvPr id="3" name="lesson.branch.1">
            <ns1:extLst>
              <ns1:ext uri="{FF2B5EF4-FFF2-40B4-BE49-F238E27FC236}">
                <ns2:creationId id="{2BEA09B2-35BF-4074-BDE0-D9113BF34301}"/>
              </ns1:ext>
            </ns1:extLst>
          </ns0:cNvPr>
          <ns0:cNvSpPr>
            <ns1:spLocks noGrp="1"/>
          </ns0:cNvSpPr>
          <ns0:nvPr/>
        </ns0:nvSpPr>
        <ns0:spPr>
          <ns1:xfrm>
            <ns1:off x="3448050" y="2238375"/>
            <ns1:ext cx="82105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角度1：概念之间的关系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结合条件解释关系的适用范围。</ns1:t>
            </ns1:r>
          </ns1:p>
        </ns0:txBody>
      </ns0:sp>
      <ns0:sp>
        <ns0:nvSpPr>
          <ns0:cNvPr id="4" name="lesson.branch.line.0">
            <ns1:extLst>
              <ns1:ext uri="{FF2B5EF4-FFF2-40B4-BE49-F238E27FC236}">
                <ns2:creationId id="{DB92CB6C-48CC-48AD-AC0C-5CEE76BEFD1B}"/>
              </ns1:ext>
            </ns1:extLst>
          </ns0:cNvPr>
          <ns0:cNvSpPr>
            <ns1:spLocks noGrp="1"/>
          </ns0:cNvSpPr>
          <ns0:nvPr/>
        </ns0:nvSpPr>
        <ns0:spPr>
          <ns1:xfrm>
            <ns1:off x="2914650" y="2600325"/>
            <ns1:ext cx="381000" cy="0"/>
          </ns1:xfrm>
          <ns1:prstGeom prst="line">
            <ns1:avLst/>
          </ns1:prstGeom>
          <ns1:ln w="19050">
            <ns1:solidFill>
              <ns1:srgbClr val="91B4C2"/>
            </ns1:solidFill>
          </ns1:ln>
        </ns0:spPr>
      </ns0:sp>
      <ns0:sp>
        <ns0:nvSpPr>
          <ns0:cNvPr id="5" name="lesson.branch.2">
            <ns1:extLst>
              <ns1:ext uri="{FF2B5EF4-FFF2-40B4-BE49-F238E27FC236}">
                <ns2:creationId id="{1BF4DC2C-8EF5-4365-A2C9-383B9C282511}"/>
              </ns1:ext>
            </ns1:extLst>
          </ns0:cNvPr>
          <ns0:cNvSpPr>
            <ns1:spLocks noGrp="1"/>
          </ns0:cNvSpPr>
          <ns0:nvPr/>
        </ns0:nvSpPr>
        <ns0:spPr>
          <ns1:xfrm>
            <ns1:off x="3448050" y="3552825"/>
            <ns1:ext cx="82105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角度2：概念之间的关系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结合条件解释关系的适用范围。</ns1:t>
            </ns1:r>
          </ns1:p>
        </ns0:txBody>
      </ns0:sp>
      <ns0:sp>
        <ns0:nvSpPr>
          <ns0:cNvPr id="6" name="lesson.branch.line.1">
            <ns1:extLst>
              <ns1:ext uri="{FF2B5EF4-FFF2-40B4-BE49-F238E27FC236}">
                <ns2:creationId id="{0ABE1DB7-4178-4C5E-925A-E74C345ABD1D}"/>
              </ns1:ext>
            </ns1:extLst>
          </ns0:cNvPr>
          <ns0:cNvSpPr>
            <ns1:spLocks noGrp="1"/>
          </ns0:cNvSpPr>
          <ns0:nvPr/>
        </ns0:nvSpPr>
        <ns0:spPr>
          <ns1:xfrm>
            <ns1:off x="2914650" y="3914775"/>
            <ns1:ext cx="381000" cy="0"/>
          </ns1:xfrm>
          <ns1:prstGeom prst="line">
            <ns1:avLst/>
          </ns1:prstGeom>
          <ns1:ln w="19050">
            <ns1:solidFill>
              <ns1:srgbClr val="91B4C2"/>
            </ns1:solidFill>
          </ns1:ln>
        </ns0:spPr>
      </ns0:sp>
      <ns0:sp>
        <ns0:nvSpPr>
          <ns0:cNvPr id="7" name="lesson.branch.3">
            <ns1:extLst>
              <ns1:ext uri="{FF2B5EF4-FFF2-40B4-BE49-F238E27FC236}">
                <ns2:creationId id="{3F24EF47-536A-4F81-8070-903000DE212A}"/>
              </ns1:ext>
            </ns1:extLst>
          </ns0:cNvPr>
          <ns0:cNvSpPr>
            <ns1:spLocks noGrp="1"/>
          </ns0:cNvSpPr>
          <ns0:nvPr/>
        </ns0:nvSpPr>
        <ns0:spPr>
          <ns1:xfrm>
            <ns1:off x="3448050" y="4867275"/>
            <ns1:ext cx="82105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角度3：概念之间的关系</ns1:t>
            </ns1:r>
          </ns1:p>
          <ns1:p>
            <ns1:pPr algn="l">
              <ns1:lnSpc>
                <ns1:spcPct val="130000"/>
              </ns1:lnSpc>
              <ns1:defRPr sz="2400" b="0">
                <ns1:solidFill>
                  <ns1:srgbClr val="202E3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结合条件解释关系的适用范围。</ns1:t>
            </ns1:r>
          </ns1:p>
        </ns0:txBody>
      </ns0:sp>
      <ns0:sp>
        <ns0:nvSpPr>
          <ns0:cNvPr id="8" name="lesson.branch.line.2">
            <ns1:extLst>
              <ns1:ext uri="{FF2B5EF4-FFF2-40B4-BE49-F238E27FC236}">
                <ns2:creationId id="{75F2DB6C-6024-478A-AC90-8F4E6D72520F}"/>
              </ns1:ext>
            </ns1:extLst>
          </ns0:cNvPr>
          <ns0:cNvSpPr>
            <ns1:spLocks noGrp="1"/>
          </ns0:cNvSpPr>
          <ns0:nvPr/>
        </ns0:nvSpPr>
        <ns0:spPr>
          <ns1:xfrm>
            <ns1:off x="2914650" y="5229225"/>
            <ns1:ext cx="381000" cy="0"/>
          </ns1:xfrm>
          <ns1:prstGeom prst="line">
            <ns1:avLst/>
          </ns1:prstGeom>
          <ns1:ln w="19050">
            <ns1:solidFill>
              <ns1:srgbClr val="91B4C2"/>
            </ns1:solidFill>
          </ns1:ln>
        </ns0:spPr>
      </ns0:sp>
    </ns0:spTree>
    <ns0:extLst>
      <ns0:ext uri="{BB962C8B-B14F-4D97-AF65-F5344CB8AC3E}">
        <ns3:creationId val="1070911545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question.material.2">
            <ns1:extLst>
              <ns1:ext uri="{FF2B5EF4-FFF2-40B4-BE49-F238E27FC236}">
                <ns2:creationId id="{7A84B9F6-DBB7-415D-8BEA-BC5EA37AA2E2}"/>
              </ns1:ext>
            </ns1:extLst>
          </ns0:cNvPr>
          <ns0:cNvSpPr>
            <ns1:spLocks noGrp="1"/>
          </ns0:cNvSpPr>
          <ns0:nvPr/>
        </ns0:nvSpPr>
        <ns0:spPr>
          <ns1:xfrm>
            <ns1:off x="228600" y="257175"/>
            <ns1:ext cx="5276850" cy="6096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材料示例：</ns1:t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/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此处放置完整题干材料，</ns1:t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保留事实、条件与时间关系。</ns1:t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/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长材料由程序按完整语义分页，</ns1:t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不通过缩小字体填满一页。</ns1:t>
            </ns1:r>
          </ns1:p>
        </ns0:txBody>
      </ns0:sp>
      <ns0:sp>
        <ns0:nvSpPr>
          <ns0:cNvPr id="2" name="question.border.2">
            <ns1:extLst>
              <ns1:ext uri="{FF2B5EF4-FFF2-40B4-BE49-F238E27FC236}">
                <ns2:creationId id="{D561EBB0-D677-4A6E-8035-4BB8D224137D}"/>
              </ns1:ext>
            </ns1:extLst>
          </ns0:cNvPr>
          <ns0:cNvSpPr>
            <ns1:spLocks noGrp="1"/>
          </ns0:cNvSpPr>
          <ns0:nvPr/>
        </ns0:nvSpPr>
        <ns0:spPr>
          <ns1:xfrm>
            <ns1:off x="114300" y="152400"/>
            <ns1:ext cx="5505450" cy="6553200"/>
          </ns1:xfrm>
          <ns1:prstGeom prst="rect">
            <ns1:avLst/>
          </ns1:prstGeom>
          <ns1:noFill/>
          <ns1:ln w="19050">
            <ns1:solidFill>
              <ns1:srgbClr val="4874CB"/>
            </ns1:solidFill>
          </ns1:ln>
        </ns0:spPr>
      </ns0:sp>
      <ns0:sp>
        <ns0:nvSpPr>
          <ns0:cNvPr id="3" name="question.prompt.2">
            <ns1:extLst>
              <ns1:ext uri="{FF2B5EF4-FFF2-40B4-BE49-F238E27FC236}">
                <ns2:creationId id="{AE7F11AD-8B70-46EE-8855-52E8A53705B9}"/>
              </ns1:ext>
            </ns1:extLst>
          </ns0:cNvPr>
          <ns0:cNvSpPr>
            <ns1:spLocks noGrp="1"/>
          </ns0:cNvSpPr>
          <ns0:nvPr/>
        </ns0:nvSpPr>
        <ns0:spPr>
          <ns1:xfrm>
            <ns1:off x="5943600" y="228600"/>
            <ns1:ext cx="5962650" cy="666750"/>
          </ns1:xfrm>
          <ns1:prstGeom prst="rect">
            <ns1:avLst/>
          </ns1:prstGeom>
          <ns1:solidFill>
            <ns1:srgbClr val="0070C0"/>
          </ns1:solidFill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15000"/>
              </ns1:lnSpc>
              <ns1:defRPr sz="16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结合材料，运用相关知识说明理由。（6分）</ns1:t>
            </ns1:r>
          </ns1:p>
        </ns0:txBody>
      </ns0:sp>
      <ns0:sp>
        <ns0:nvSpPr>
          <ns0:cNvPr id="4" name="question.label.2.1">
            <ns1:extLst>
              <ns1:ext uri="{FF2B5EF4-FFF2-40B4-BE49-F238E27FC236}">
                <ns2:creationId id="{F41CA142-1C5F-4443-8C2A-D8999B096BDD}"/>
              </ns1:ext>
            </ns1:extLst>
          </ns0:cNvPr>
          <ns0:cNvSpPr>
            <ns1:spLocks noGrp="1"/>
          </ns0:cNvSpPr>
          <ns0:nvPr/>
        </ns0:nvSpPr>
        <ns0:spPr>
          <ns1:xfrm>
            <ns1:off x="5867400" y="1524000"/>
            <ns1:ext cx="97155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分析</ns1:t>
            </ns1:r>
          </ns1:p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角度1</ns1:t>
            </ns1:r>
          </ns1:p>
        </ns0:txBody>
      </ns0:sp>
      <ns0:sp>
        <ns0:nvSpPr>
          <ns0:cNvPr id="5" name="question.theory.2.1">
            <ns1:extLst>
              <ns1:ext uri="{FF2B5EF4-FFF2-40B4-BE49-F238E27FC236}">
                <ns2:creationId id="{7A33F15A-CD87-4765-A14C-39D2D8FCF40A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1190625"/>
            <ns1:ext cx="466725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原理表述：说明概念及其关系。</ns1:t>
            </ns1:r>
          </ns1:p>
        </ns0:txBody>
      </ns0:sp>
      <ns0:sp>
        <ns0:nvSpPr>
          <ns0:cNvPr id="6" name="question.application.2.1">
            <ns1:extLst>
              <ns1:ext uri="{FF2B5EF4-FFF2-40B4-BE49-F238E27FC236}">
                <ns2:creationId id="{6E211816-0DA3-4BEF-AF13-CE8454D20C46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1724025"/>
            <ns1:ext cx="4667250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材料应用：对应题干中的具体事实，</ns1:t>
            </ns1:r>
          </ns1:p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解释该事实如何体现原理。</ns1:t>
            </ns1:r>
          </ns1:p>
        </ns0:txBody>
      </ns0:sp>
      <ns0:sp>
        <ns0:nvSpPr>
          <ns0:cNvPr id="7" name="question.brace.2.1">
            <ns1:extLst>
              <ns1:ext uri="{FF2B5EF4-FFF2-40B4-BE49-F238E27FC236}">
                <ns2:creationId id="{C44C56ED-AFE9-46A3-BA11-4BD3DC167E3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1190625"/>
            <ns1:ext cx="114300" cy="1219200"/>
          </ns1:xfrm>
          <ns1:prstGeom prst="leftBrace">
            <ns1:avLst/>
          </ns1:prstGeom>
          <ns1:noFill/>
          <ns1:ln w="23813">
            <ns1:solidFill>
              <ns1:srgbClr val="75BD42"/>
            </ns1:solidFill>
          </ns1:ln>
        </ns0:spPr>
      </ns0:sp>
      <ns0:sp>
        <ns0:nvSpPr>
          <ns0:cNvPr id="8" name="question.label.2.2">
            <ns1:extLst>
              <ns1:ext uri="{FF2B5EF4-FFF2-40B4-BE49-F238E27FC236}">
                <ns2:creationId id="{372B075B-1CAF-4E1A-9402-A0C24DAFAF9B}"/>
              </ns1:ext>
            </ns1:extLst>
          </ns0:cNvPr>
          <ns0:cNvSpPr>
            <ns1:spLocks noGrp="1"/>
          </ns0:cNvSpPr>
          <ns0:nvPr/>
        </ns0:nvSpPr>
        <ns0:spPr>
          <ns1:xfrm>
            <ns1:off x="5867400" y="3771900"/>
            <ns1:ext cx="97155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分析</ns1:t>
            </ns1:r>
          </ns1:p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角度2</ns1:t>
            </ns1:r>
          </ns1:p>
        </ns0:txBody>
      </ns0:sp>
      <ns0:sp>
        <ns0:nvSpPr>
          <ns0:cNvPr id="9" name="question.theory.2.2">
            <ns1:extLst>
              <ns1:ext uri="{FF2B5EF4-FFF2-40B4-BE49-F238E27FC236}">
                <ns2:creationId id="{6CEB5B70-F715-4C2E-836C-37A6B57DA5BE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3438525"/>
            <ns1:ext cx="466725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原理表述：说明概念及其关系。</ns1:t>
            </ns1:r>
          </ns1:p>
        </ns0:txBody>
      </ns0:sp>
      <ns0:sp>
        <ns0:nvSpPr>
          <ns0:cNvPr id="10" name="question.application.2.2">
            <ns1:extLst>
              <ns1:ext uri="{FF2B5EF4-FFF2-40B4-BE49-F238E27FC236}">
                <ns2:creationId id="{EFD3B13D-C82A-4B13-9D75-A84964348A85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3971925"/>
            <ns1:ext cx="4667250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材料应用：对应题干中的具体事实，</ns1:t>
            </ns1:r>
          </ns1:p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解释该事实如何体现原理。</ns1:t>
            </ns1:r>
          </ns1:p>
        </ns0:txBody>
      </ns0:sp>
      <ns0:sp>
        <ns0:nvSpPr>
          <ns0:cNvPr id="11" name="question.brace.2.2">
            <ns1:extLst>
              <ns1:ext uri="{FF2B5EF4-FFF2-40B4-BE49-F238E27FC236}">
                <ns2:creationId id="{934897F7-7382-4A7E-A0CE-24C4205287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3438525"/>
            <ns1:ext cx="114300" cy="1219200"/>
          </ns1:xfrm>
          <ns1:prstGeom prst="leftBrace">
            <ns1:avLst/>
          </ns1:prstGeom>
          <ns1:noFill/>
          <ns1:ln w="23813">
            <ns1:solidFill>
              <ns1:srgbClr val="75BD42"/>
            </ns1:solidFill>
          </ns1:ln>
        </ns0:spPr>
      </ns0:sp>
      <ns0:sp>
        <ns0:nvSpPr>
          <ns0:cNvPr id="12" name="question.score.2">
            <ns1:extLst>
              <ns1:ext uri="{FF2B5EF4-FFF2-40B4-BE49-F238E27FC236}">
                <ns2:creationId id="{3F20A8AD-92BE-4B75-A910-15BE8552F359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6248400"/>
            <ns1:ext cx="2857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15000"/>
              </ns1:lnSpc>
              <ns1:defRPr sz="1800" b="1">
                <ns1:solidFill>
                  <ns1:srgbClr val="00B050"/>
                </ns1:solidFill>
                <ns1:latin typeface="KaiTi"/>
                <ns1:ea typeface="KaiTi"/>
                <ns1:cs typeface="KaiTi"/>
              </ns1:defRPr>
            </ns1:pPr>
            <ns1:r>
              <ns1:t>（本点2分）</ns1:t>
            </ns1:r>
          </ns1:p>
        </ns0:txBody>
      </ns0:sp>
    </ns0:spTree>
    <ns0:extLst>
      <ns0:ext uri="{BB962C8B-B14F-4D97-AF65-F5344CB8AC3E}">
        <ns3:creationId val="1688180870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question.material.3">
            <ns1:extLst>
              <ns1:ext uri="{FF2B5EF4-FFF2-40B4-BE49-F238E27FC236}">
                <ns2:creationId id="{7CF44949-C2B2-49D0-81C5-7D440F867CE8}"/>
              </ns1:ext>
            </ns1:extLst>
          </ns0:cNvPr>
          <ns0:cNvSpPr>
            <ns1:spLocks noGrp="1"/>
          </ns0:cNvSpPr>
          <ns0:nvPr/>
        </ns0:nvSpPr>
        <ns0:spPr>
          <ns1:xfrm>
            <ns1:off x="228600" y="257175"/>
            <ns1:ext cx="5276850" cy="6096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材料示例：</ns1:t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/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此处放置完整题干材料，</ns1:t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保留事实、条件与时间关系。</ns1:t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/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长材料由程序按完整语义分页，</ns1:t>
            </ns1:r>
          </ns1:p>
          <ns1:p>
            <ns1:pPr algn="l">
              <ns1:lnSpc>
                <ns1:spcPct val="115000"/>
              </ns1:lnSpc>
              <ns1:defRPr sz="2400" b="0">
                <ns1:solidFill>
                  <ns1:srgbClr val="202E3A"/>
                </ns1:solidFill>
                <ns1:latin typeface="KaiTi"/>
                <ns1:ea typeface="KaiTi"/>
                <ns1:cs typeface="KaiTi"/>
              </ns1:defRPr>
            </ns1:pPr>
            <ns1:r>
              <ns1:t>不通过缩小字体填满一页。</ns1:t>
            </ns1:r>
          </ns1:p>
        </ns0:txBody>
      </ns0:sp>
      <ns0:sp>
        <ns0:nvSpPr>
          <ns0:cNvPr id="2" name="question.border.3">
            <ns1:extLst>
              <ns1:ext uri="{FF2B5EF4-FFF2-40B4-BE49-F238E27FC236}">
                <ns2:creationId id="{EC5E9584-DB5F-43B1-A82A-5961E48B12C9}"/>
              </ns1:ext>
            </ns1:extLst>
          </ns0:cNvPr>
          <ns0:cNvSpPr>
            <ns1:spLocks noGrp="1"/>
          </ns0:cNvSpPr>
          <ns0:nvPr/>
        </ns0:nvSpPr>
        <ns0:spPr>
          <ns1:xfrm>
            <ns1:off x="114300" y="152400"/>
            <ns1:ext cx="5505450" cy="6553200"/>
          </ns1:xfrm>
          <ns1:prstGeom prst="rect">
            <ns1:avLst/>
          </ns1:prstGeom>
          <ns1:noFill/>
          <ns1:ln w="19050">
            <ns1:solidFill>
              <ns1:srgbClr val="4874CB"/>
            </ns1:solidFill>
          </ns1:ln>
        </ns0:spPr>
      </ns0:sp>
      <ns0:sp>
        <ns0:nvSpPr>
          <ns0:cNvPr id="3" name="question.prompt.3">
            <ns1:extLst>
              <ns1:ext uri="{FF2B5EF4-FFF2-40B4-BE49-F238E27FC236}">
                <ns2:creationId id="{E2112EA3-5349-443B-A023-D626E359B4DB}"/>
              </ns1:ext>
            </ns1:extLst>
          </ns0:cNvPr>
          <ns0:cNvSpPr>
            <ns1:spLocks noGrp="1"/>
          </ns0:cNvSpPr>
          <ns0:nvPr/>
        </ns0:nvSpPr>
        <ns0:spPr>
          <ns1:xfrm>
            <ns1:off x="5943600" y="228600"/>
            <ns1:ext cx="5962650" cy="666750"/>
          </ns1:xfrm>
          <ns1:prstGeom prst="rect">
            <ns1:avLst/>
          </ns1:prstGeom>
          <ns1:solidFill>
            <ns1:srgbClr val="0070C0"/>
          </ns1:solidFill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15000"/>
              </ns1:lnSpc>
              <ns1:defRPr sz="16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结合材料，运用相关知识说明理由。（6分）</ns1:t>
            </ns1:r>
          </ns1:p>
        </ns0:txBody>
      </ns0:sp>
      <ns0:sp>
        <ns0:nvSpPr>
          <ns0:cNvPr id="4" name="question.label.3.1">
            <ns1:extLst>
              <ns1:ext uri="{FF2B5EF4-FFF2-40B4-BE49-F238E27FC236}">
                <ns2:creationId id="{012B0D6A-1BC0-4CCB-8247-BA327F496F6F}"/>
              </ns1:ext>
            </ns1:extLst>
          </ns0:cNvPr>
          <ns0:cNvSpPr>
            <ns1:spLocks noGrp="1"/>
          </ns0:cNvSpPr>
          <ns0:nvPr/>
        </ns0:nvSpPr>
        <ns0:spPr>
          <ns1:xfrm>
            <ns1:off x="5867400" y="1524000"/>
            <ns1:ext cx="97155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分析</ns1:t>
            </ns1:r>
          </ns1:p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角度1</ns1:t>
            </ns1:r>
          </ns1:p>
        </ns0:txBody>
      </ns0:sp>
      <ns0:sp>
        <ns0:nvSpPr>
          <ns0:cNvPr id="5" name="question.theory.3.1">
            <ns1:extLst>
              <ns1:ext uri="{FF2B5EF4-FFF2-40B4-BE49-F238E27FC236}">
                <ns2:creationId id="{BF0401CC-B0C0-4697-B938-EDD4CBDCBF20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1190625"/>
            <ns1:ext cx="466725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原理表述：说明概念及其关系。</ns1:t>
            </ns1:r>
          </ns1:p>
        </ns0:txBody>
      </ns0:sp>
      <ns0:sp>
        <ns0:nvSpPr>
          <ns0:cNvPr id="6" name="question.application.3.1">
            <ns1:extLst>
              <ns1:ext uri="{FF2B5EF4-FFF2-40B4-BE49-F238E27FC236}">
                <ns2:creationId id="{60E9242E-DCE5-4812-BF21-6F8103672C84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1724025"/>
            <ns1:ext cx="4667250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材料应用：对应题干中的具体事实，</ns1:t>
            </ns1:r>
          </ns1:p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解释该事实如何体现原理。</ns1:t>
            </ns1:r>
          </ns1:p>
        </ns0:txBody>
      </ns0:sp>
      <ns0:sp>
        <ns0:nvSpPr>
          <ns0:cNvPr id="7" name="question.brace.3.1">
            <ns1:extLst>
              <ns1:ext uri="{FF2B5EF4-FFF2-40B4-BE49-F238E27FC236}">
                <ns2:creationId id="{74185ADC-D6F0-4D2E-B3F4-AACF8C8124F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1190625"/>
            <ns1:ext cx="114300" cy="1219200"/>
          </ns1:xfrm>
          <ns1:prstGeom prst="leftBrace">
            <ns1:avLst/>
          </ns1:prstGeom>
          <ns1:noFill/>
          <ns1:ln w="23813">
            <ns1:solidFill>
              <ns1:srgbClr val="75BD42"/>
            </ns1:solidFill>
          </ns1:ln>
        </ns0:spPr>
      </ns0:sp>
      <ns0:sp>
        <ns0:nvSpPr>
          <ns0:cNvPr id="8" name="question.label.3.2">
            <ns1:extLst>
              <ns1:ext uri="{FF2B5EF4-FFF2-40B4-BE49-F238E27FC236}">
                <ns2:creationId id="{75C6998C-6752-4A16-A50F-C3397451EA8C}"/>
              </ns1:ext>
            </ns1:extLst>
          </ns0:cNvPr>
          <ns0:cNvSpPr>
            <ns1:spLocks noGrp="1"/>
          </ns0:cNvSpPr>
          <ns0:nvPr/>
        </ns0:nvSpPr>
        <ns0:spPr>
          <ns1:xfrm>
            <ns1:off x="5867400" y="3276600"/>
            <ns1:ext cx="97155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分析</ns1:t>
            </ns1:r>
          </ns1:p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角度2</ns1:t>
            </ns1:r>
          </ns1:p>
        </ns0:txBody>
      </ns0:sp>
      <ns0:sp>
        <ns0:nvSpPr>
          <ns0:cNvPr id="9" name="question.theory.3.2">
            <ns1:extLst>
              <ns1:ext uri="{FF2B5EF4-FFF2-40B4-BE49-F238E27FC236}">
                <ns2:creationId id="{F7C0DD65-F779-466F-AA38-6454B2DB1E77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2943225"/>
            <ns1:ext cx="466725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原理表述：说明概念及其关系。</ns1:t>
            </ns1:r>
          </ns1:p>
        </ns0:txBody>
      </ns0:sp>
      <ns0:sp>
        <ns0:nvSpPr>
          <ns0:cNvPr id="10" name="question.application.3.2">
            <ns1:extLst>
              <ns1:ext uri="{FF2B5EF4-FFF2-40B4-BE49-F238E27FC236}">
                <ns2:creationId id="{AA153AB2-1941-4F67-B364-E5B54AA22839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3476625"/>
            <ns1:ext cx="4667250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材料应用：对应题干中的具体事实，</ns1:t>
            </ns1:r>
          </ns1:p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解释该事实如何体现原理。</ns1:t>
            </ns1:r>
          </ns1:p>
        </ns0:txBody>
      </ns0:sp>
      <ns0:sp>
        <ns0:nvSpPr>
          <ns0:cNvPr id="11" name="question.brace.3.2">
            <ns1:extLst>
              <ns1:ext uri="{FF2B5EF4-FFF2-40B4-BE49-F238E27FC236}">
                <ns2:creationId id="{41F43B83-4B0B-401E-B825-3C44C85AF93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2943225"/>
            <ns1:ext cx="114300" cy="1219200"/>
          </ns1:xfrm>
          <ns1:prstGeom prst="leftBrace">
            <ns1:avLst/>
          </ns1:prstGeom>
          <ns1:noFill/>
          <ns1:ln w="23813">
            <ns1:solidFill>
              <ns1:srgbClr val="75BD42"/>
            </ns1:solidFill>
          </ns1:ln>
        </ns0:spPr>
      </ns0:sp>
      <ns0:sp>
        <ns0:nvSpPr>
          <ns0:cNvPr id="12" name="question.label.3.3">
            <ns1:extLst>
              <ns1:ext uri="{FF2B5EF4-FFF2-40B4-BE49-F238E27FC236}">
                <ns2:creationId id="{97D1E129-BA60-4437-A998-15C670C132A8}"/>
              </ns1:ext>
            </ns1:extLst>
          </ns0:cNvPr>
          <ns0:cNvSpPr>
            <ns1:spLocks noGrp="1"/>
          </ns0:cNvSpPr>
          <ns0:nvPr/>
        </ns0:nvSpPr>
        <ns0:spPr>
          <ns1:xfrm>
            <ns1:off x="5867400" y="5029200"/>
            <ns1:ext cx="97155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分析</ns1:t>
            </ns1:r>
          </ns1:p>
          <ns1:p>
            <ns1:pPr algn="l">
              <ns1:lnSpc>
                <ns1:spcPct val="125000"/>
              </ns1:lnSpc>
              <ns1:defRPr sz="165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角度3</ns1:t>
            </ns1:r>
          </ns1:p>
        </ns0:txBody>
      </ns0:sp>
      <ns0:sp>
        <ns0:nvSpPr>
          <ns0:cNvPr id="13" name="question.theory.3.3">
            <ns1:extLst>
              <ns1:ext uri="{FF2B5EF4-FFF2-40B4-BE49-F238E27FC236}">
                <ns2:creationId id="{040AC3F1-DA2D-4187-9DFA-71AFCC62973B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4695825"/>
            <ns1:ext cx="466725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1">
                <ns1:solidFill>
                  <ns1:srgbClr val="00000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原理表述：说明概念及其关系。</ns1:t>
            </ns1:r>
          </ns1:p>
        </ns0:txBody>
      </ns0:sp>
      <ns0:sp>
        <ns0:nvSpPr>
          <ns0:cNvPr id="14" name="question.application.3.3">
            <ns1:extLst>
              <ns1:ext uri="{FF2B5EF4-FFF2-40B4-BE49-F238E27FC236}">
                <ns2:creationId id="{7E5CEC73-2689-4716-BF73-DF1C4A8FB246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5229225"/>
            <ns1:ext cx="4667250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材料应用：对应题干中的具体事实，</ns1:t>
            </ns1:r>
          </ns1:p>
          <ns1:p>
            <ns1:pPr algn="l">
              <ns1:lnSpc>
                <ns1:spcPct val="130000"/>
              </ns1:lnSpc>
              <ns1:defRPr sz="1800" b="0">
                <ns1:solidFill>
                  <ns1:srgbClr val="00B0F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t>解释该事实如何体现原理。</ns1:t>
            </ns1:r>
          </ns1:p>
        </ns0:txBody>
      </ns0:sp>
      <ns0:sp>
        <ns0:nvSpPr>
          <ns0:cNvPr id="15" name="question.brace.3.3">
            <ns1:extLst>
              <ns1:ext uri="{FF2B5EF4-FFF2-40B4-BE49-F238E27FC236}">
                <ns2:creationId id="{D11F9B9B-B6C9-472B-B9B7-E62F9FE6D5A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4695825"/>
            <ns1:ext cx="114300" cy="1219200"/>
          </ns1:xfrm>
          <ns1:prstGeom prst="leftBrace">
            <ns1:avLst/>
          </ns1:prstGeom>
          <ns1:noFill/>
          <ns1:ln w="23813">
            <ns1:solidFill>
              <ns1:srgbClr val="75BD42"/>
            </ns1:solidFill>
          </ns1:ln>
        </ns0:spPr>
      </ns0:sp>
      <ns0:sp>
        <ns0:nvSpPr>
          <ns0:cNvPr id="16" name="question.score.3">
            <ns1:extLst>
              <ns1:ext uri="{FF2B5EF4-FFF2-40B4-BE49-F238E27FC236}">
                <ns2:creationId id="{EDE533BF-B80F-49BC-8769-52A96DE198E9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6248400"/>
            <ns1:ext cx="2857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lnSpc>
                <ns1:spcPct val="115000"/>
              </ns1:lnSpc>
              <ns1:defRPr sz="1800" b="1">
                <ns1:solidFill>
                  <ns1:srgbClr val="00B050"/>
                </ns1:solidFill>
                <ns1:latin typeface="KaiTi"/>
                <ns1:ea typeface="KaiTi"/>
                <ns1:cs typeface="KaiTi"/>
              </ns1:defRPr>
            </ns1:pPr>
            <ns1:r>
              <ns1:t>（本点2分）</ns1:t>
            </ns1:r>
          </ns1:p>
        </ns0:txBody>
      </ns0:sp>
    </ns0:spTree>
    <ns0:extLst>
      <ns0:ext uri="{BB962C8B-B14F-4D97-AF65-F5344CB8AC3E}">
        <ns3:creationId val="630427645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2026-09-22T02:14:43.2360000Z</dcterms:created>
  <dcterms:modified xsi:type="dcterms:W3CDTF">2026-09-22T02:14:43.2360000Z</dcterms:modified>
</coreProperties>
</file>