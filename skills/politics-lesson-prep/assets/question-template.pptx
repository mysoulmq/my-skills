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f9510ce9e4788" /><Relationship Type="http://schemas.openxmlformats.org/officeDocument/2006/relationships/extended-properties" Target="/docProps/app.xml" Id="R2de20202b0944b5a" /><Relationship Type="http://schemas.openxmlformats.org/officeDocument/2006/relationships/officeDocument" Target="/ppt/presentation.xml" Id="R652632661261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51a9ed71104110"/>
  </p:sldMasterIdLst>
  <p:notesMasterIdLst>
    <p:notesMasterId xmlns:r="http://schemas.openxmlformats.org/officeDocument/2006/relationships" r:id="R0060e48077ef4a2b"/>
  </p:notesMasterIdLst>
  <p:sldIdLst>
    <p:sldId xmlns:r="http://schemas.openxmlformats.org/officeDocument/2006/relationships" id="256" r:id="Ree9e2c153fac4e53"/>
    <p:sldId xmlns:r="http://schemas.openxmlformats.org/officeDocument/2006/relationships" id="257" r:id="Ra31506314e2d43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6c1865bf74b1c" /><Relationship Type="http://schemas.openxmlformats.org/officeDocument/2006/relationships/slideMaster" Target="/ppt/slideMasters/slideMaster1.xml" Id="Ra751a9ed71104110" /><Relationship Type="http://schemas.openxmlformats.org/officeDocument/2006/relationships/notesMaster" Target="/ppt/notesMasters/notesMaster1.xml" Id="R0060e48077ef4a2b" /><Relationship Type="http://schemas.openxmlformats.org/officeDocument/2006/relationships/presProps" Target="/ppt/presProps.xml" Id="Rfbdde672d70544d6" /><Relationship Type="http://schemas.openxmlformats.org/officeDocument/2006/relationships/tableStyles" Target="/ppt/tableStyles.xml" Id="Radb45472a81a406f" /><Relationship Type="http://schemas.openxmlformats.org/officeDocument/2006/relationships/slide" Target="/ppt/slides/slide1.xml" Id="Ree9e2c153fac4e53" /><Relationship Type="http://schemas.openxmlformats.org/officeDocument/2006/relationships/slide" Target="/ppt/slides/slide2.xml" Id="Ra31506314e2d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05e330a617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ce9cd9eea04f39" /><Relationship Type="http://schemas.openxmlformats.org/officeDocument/2006/relationships/notesMaster" Target="/ppt/notesMasters/notesMaster1.xml" Id="Rb71319b2177c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ee01069e743f4" /><Relationship Type="http://schemas.openxmlformats.org/officeDocument/2006/relationships/notesMaster" Target="/ppt/notesMasters/notesMaster1.xml" Id="R1541d8eddfdf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问：原有安排为何要调整？</a:t>
            </a:r>
          </a:p>
          <a:p xmlns:a="http://schemas.openxmlformats.org/drawingml/2006/main">
            <a:r>
              <a:t>辨：决定作用与反作用。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查：两点是否各有材料依据？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93162c8cc4a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8d9d5e4be414d" /><Relationship Type="http://schemas.openxmlformats.org/officeDocument/2006/relationships/slideLayout" Target="/ppt/slideLayouts/slideLayout1.xml" Id="R75b030bc867640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030bc867640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5b5cc59b4a2c" /><Relationship Type="http://schemas.openxmlformats.org/officeDocument/2006/relationships/notesSlide" Target="/ppt/notesSlides/notesSlide1.xml" Id="Ra9fda83c62784a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509cef8434d39" /><Relationship Type="http://schemas.openxmlformats.org/officeDocument/2006/relationships/notesSlide" Target="/ppt/notesSlides/notesSlide2.xml" Id="R0810bb8d790d4f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ample-analysis-1-material-border">
            <a:extLst xmlns:a="http://schemas.openxmlformats.org/drawingml/2006/main">
              <a:ext uri="{FF2B5EF4-FFF2-40B4-BE49-F238E27FC236}">
                <a16:creationId xmlns:a16="http://schemas.microsoft.com/office/drawing/2014/main" id="{AC774BBD-383D-4538-9833-55E2A51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52400"/>
            <a:ext cx="5505450" cy="6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74CB"/>
            </a:solidFill>
          </a:ln>
        </p:spPr>
      </p:sp>
      <p:sp>
        <p:nvSpPr>
          <p:cNvPr id="2" name="example-material">
            <a:extLst xmlns:a="http://schemas.openxmlformats.org/drawingml/2006/main">
              <a:ext uri="{FF2B5EF4-FFF2-40B4-BE49-F238E27FC236}">
                <a16:creationId xmlns:a16="http://schemas.microsoft.com/office/drawing/2014/main" id="{4975A273-D1DB-4A59-BCCE-CB35E25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7175"/>
            <a:ext cx="5276850" cy="147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地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有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零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散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经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营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制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约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了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产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发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展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。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当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地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在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保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持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承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包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关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系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稳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定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的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前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下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调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整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经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营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安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排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促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进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资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整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合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高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了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产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效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率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。</a:t>
            </a:r>
          </a:p>
        </p:txBody>
      </p:sp>
      <p:sp>
        <p:nvSpPr>
          <p:cNvPr id="3" name="example-analysis-1-prompt-bar">
            <a:extLst xmlns:a="http://schemas.openxmlformats.org/drawingml/2006/main">
              <a:ext uri="{FF2B5EF4-FFF2-40B4-BE49-F238E27FC236}">
                <a16:creationId xmlns:a16="http://schemas.microsoft.com/office/drawing/2014/main" id="{1D84DF0F-790D-4751-9AB3-E066876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"/>
            <a:ext cx="6229350" cy="710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</a:ln>
        </p:spPr>
      </p:sp>
      <p:sp>
        <p:nvSpPr>
          <p:cNvPr id="4" name="example-prompt">
            <a:extLst xmlns:a="http://schemas.openxmlformats.org/drawingml/2006/main">
              <a:ext uri="{FF2B5EF4-FFF2-40B4-BE49-F238E27FC236}">
                <a16:creationId xmlns:a16="http://schemas.microsoft.com/office/drawing/2014/main" id="{106D1D39-1CB0-4FFA-8AD5-AAC3FBA9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"/>
            <a:ext cx="5962650" cy="558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料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史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律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该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" name="example-analysis-1-outer-top">
            <a:extLst xmlns:a="http://schemas.openxmlformats.org/drawingml/2006/main">
              <a:ext uri="{FF2B5EF4-FFF2-40B4-BE49-F238E27FC236}">
                <a16:creationId xmlns:a16="http://schemas.microsoft.com/office/drawing/2014/main" id="{D12F6E32-66AE-4062-AFEC-32745D6B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9156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6" name="example-analysis-1-outer-stem">
            <a:extLst xmlns:a="http://schemas.openxmlformats.org/drawingml/2006/main">
              <a:ext uri="{FF2B5EF4-FFF2-40B4-BE49-F238E27FC236}">
                <a16:creationId xmlns:a16="http://schemas.microsoft.com/office/drawing/2014/main" id="{488ABA76-660D-4057-913E-F1A8419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91565"/>
            <a:ext cx="0" cy="55378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7" name="example-analysis-1-outer-bottom">
            <a:extLst xmlns:a="http://schemas.openxmlformats.org/drawingml/2006/main">
              <a:ext uri="{FF2B5EF4-FFF2-40B4-BE49-F238E27FC236}">
                <a16:creationId xmlns:a16="http://schemas.microsoft.com/office/drawing/2014/main" id="{FE702B0A-885E-4B3B-BF5D-EA7803D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29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8" name="example-analysis-1-task-label">
            <a:extLst xmlns:a="http://schemas.openxmlformats.org/drawingml/2006/main">
              <a:ext uri="{FF2B5EF4-FFF2-40B4-BE49-F238E27FC236}">
                <a16:creationId xmlns:a16="http://schemas.microsoft.com/office/drawing/2014/main" id="{1472BC79-3A52-40CF-B3E7-4A4928B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91565"/>
            <a:ext cx="15240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审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题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—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—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确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定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答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题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格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式</a:t>
            </a:r>
          </a:p>
        </p:txBody>
      </p:sp>
      <p:sp>
        <p:nvSpPr>
          <p:cNvPr id="9" name="example-analysis-1-task">
            <a:extLst xmlns:a="http://schemas.openxmlformats.org/drawingml/2006/main">
              <a:ext uri="{FF2B5EF4-FFF2-40B4-BE49-F238E27FC236}">
                <a16:creationId xmlns:a16="http://schemas.microsoft.com/office/drawing/2014/main" id="{3D0EA741-5668-4D78-91F7-9A25FA76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91565"/>
            <a:ext cx="40576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说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明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原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因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题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＋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理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依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据</a:t>
            </a:r>
          </a:p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＋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作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example-analysis-1-task-arrow">
            <a:extLst xmlns:a="http://schemas.openxmlformats.org/drawingml/2006/main">
              <a:ext uri="{FF2B5EF4-FFF2-40B4-BE49-F238E27FC236}">
                <a16:creationId xmlns:a16="http://schemas.microsoft.com/office/drawing/2014/main" id="{DE587F26-C9EF-4BA0-AB37-3D0C3B6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30111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9525">
            <a:solidFill>
              <a:srgbClr val="4874CB"/>
            </a:solidFill>
          </a:ln>
        </p:spPr>
      </p:sp>
      <p:sp>
        <p:nvSpPr>
          <p:cNvPr id="11" name="example-analysis-1-1-label">
            <a:extLst xmlns:a="http://schemas.openxmlformats.org/drawingml/2006/main">
              <a:ext uri="{FF2B5EF4-FFF2-40B4-BE49-F238E27FC236}">
                <a16:creationId xmlns:a16="http://schemas.microsoft.com/office/drawing/2014/main" id="{96D30CF0-E3D2-41D9-8421-17FEE8B5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9295"/>
            <a:ext cx="14287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理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定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位</a:t>
            </a:r>
          </a:p>
        </p:txBody>
      </p:sp>
      <p:sp>
        <p:nvSpPr>
          <p:cNvPr id="12" name="example-analysis-1-1-brace-top">
            <a:extLst xmlns:a="http://schemas.openxmlformats.org/drawingml/2006/main">
              <a:ext uri="{FF2B5EF4-FFF2-40B4-BE49-F238E27FC236}">
                <a16:creationId xmlns:a16="http://schemas.microsoft.com/office/drawing/2014/main" id="{D1CDD9BE-1672-4259-9C7B-3D93C3A9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7929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874CB"/>
            </a:solidFill>
          </a:ln>
        </p:spPr>
      </p:sp>
      <p:sp>
        <p:nvSpPr>
          <p:cNvPr id="13" name="example-analysis-1-1-brace-stem">
            <a:extLst xmlns:a="http://schemas.openxmlformats.org/drawingml/2006/main">
              <a:ext uri="{FF2B5EF4-FFF2-40B4-BE49-F238E27FC236}">
                <a16:creationId xmlns:a16="http://schemas.microsoft.com/office/drawing/2014/main" id="{682F8DB7-D0DD-4FBF-82E6-3B44491E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79295"/>
            <a:ext cx="0" cy="601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874CB"/>
            </a:solidFill>
          </a:ln>
        </p:spPr>
      </p:sp>
      <p:sp>
        <p:nvSpPr>
          <p:cNvPr id="14" name="example-analysis-1-1-brace-bottom">
            <a:extLst xmlns:a="http://schemas.openxmlformats.org/drawingml/2006/main">
              <a:ext uri="{FF2B5EF4-FFF2-40B4-BE49-F238E27FC236}">
                <a16:creationId xmlns:a16="http://schemas.microsoft.com/office/drawing/2014/main" id="{570272E8-09A6-4D16-BEFB-FAA251F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874CB"/>
            </a:solidFill>
          </a:ln>
        </p:spPr>
      </p:sp>
      <p:sp>
        <p:nvSpPr>
          <p:cNvPr id="15" name="example-analysis-1-1-principle">
            <a:extLst xmlns:a="http://schemas.openxmlformats.org/drawingml/2006/main">
              <a:ext uri="{FF2B5EF4-FFF2-40B4-BE49-F238E27FC236}">
                <a16:creationId xmlns:a16="http://schemas.microsoft.com/office/drawing/2014/main" id="{2A1A86E6-B0D5-4484-A817-0E68E5B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79295"/>
            <a:ext cx="40576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力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决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定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</a:p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力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具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反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作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用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example-analysis-1-1-evidence">
            <a:extLst xmlns:a="http://schemas.openxmlformats.org/drawingml/2006/main">
              <a:ext uri="{FF2B5EF4-FFF2-40B4-BE49-F238E27FC236}">
                <a16:creationId xmlns:a16="http://schemas.microsoft.com/office/drawing/2014/main" id="{500ED8AE-176F-4EE4-A992-ECA2594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333625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零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散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了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展</a:t>
            </a:r>
          </a:p>
        </p:txBody>
      </p:sp>
      <p:sp>
        <p:nvSpPr>
          <p:cNvPr id="17" name="example-analysis-1-1-reason">
            <a:extLst xmlns:a="http://schemas.openxmlformats.org/drawingml/2006/main">
              <a:ext uri="{FF2B5EF4-FFF2-40B4-BE49-F238E27FC236}">
                <a16:creationId xmlns:a16="http://schemas.microsoft.com/office/drawing/2014/main" id="{A431A93C-5793-464C-ACB1-06271EC0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14625"/>
            <a:ext cx="2809875" cy="864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排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应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展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要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求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要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example-analysis-1-1-arrow">
            <a:extLst xmlns:a="http://schemas.openxmlformats.org/drawingml/2006/main">
              <a:ext uri="{FF2B5EF4-FFF2-40B4-BE49-F238E27FC236}">
                <a16:creationId xmlns:a16="http://schemas.microsoft.com/office/drawing/2014/main" id="{F38B51B5-767C-4AF5-83FF-A12FD5A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479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9525">
            <a:solidFill>
              <a:srgbClr val="4874CB"/>
            </a:solidFill>
          </a:ln>
        </p:spPr>
      </p:sp>
    </p:spTree>
    <p:extLst>
      <p:ext uri="{BB962C8B-B14F-4D97-AF65-F5344CB8AC3E}">
        <p14:creationId xmlns:p14="http://schemas.microsoft.com/office/powerpoint/2010/main" val="372336989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2" grpId="0"/>
      <p:bldP spid="13" grpId="0"/>
      <p:bldP spid="14" grpId="0"/>
      <p:bldP spid="15" grpId="0"/>
      <p:bldP spid="16" grpId="0"/>
      <p:bldP spid="18" grpId="0"/>
      <p:bldP spid="17" grpId="0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xample-answer-1-material-border">
            <a:extLst xmlns:a="http://schemas.openxmlformats.org/drawingml/2006/main">
              <a:ext uri="{FF2B5EF4-FFF2-40B4-BE49-F238E27FC236}">
                <a16:creationId xmlns:a16="http://schemas.microsoft.com/office/drawing/2014/main" id="{A60CC52F-EC17-4204-984C-E0204DF4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52400"/>
            <a:ext cx="5505450" cy="6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74CB"/>
            </a:solidFill>
          </a:ln>
        </p:spPr>
      </p:sp>
      <p:sp>
        <p:nvSpPr>
          <p:cNvPr id="2" name="example-material">
            <a:extLst xmlns:a="http://schemas.openxmlformats.org/drawingml/2006/main">
              <a:ext uri="{FF2B5EF4-FFF2-40B4-BE49-F238E27FC236}">
                <a16:creationId xmlns:a16="http://schemas.microsoft.com/office/drawing/2014/main" id="{387FD938-96A9-441B-ADD9-80C85FA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57175"/>
            <a:ext cx="5276850" cy="147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地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有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零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散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经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营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制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约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了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产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发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展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。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当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地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在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保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持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承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包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关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系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稳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定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的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前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下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调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整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经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营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安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排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促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进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资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整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合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，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提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高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了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生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产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效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率</a:t>
            </a:r>
            <a:r>
              <a:rPr b="0">
                <a:solidFill>
                  <a:srgbClr val="000000"/>
                </a:solidFill>
                <a:latin typeface="KaiTi"/>
                <a:ea typeface="KaiTi"/>
                <a:cs typeface="KaiTi"/>
              </a:rPr>
              <a:t>。</a:t>
            </a:r>
          </a:p>
        </p:txBody>
      </p:sp>
      <p:sp>
        <p:nvSpPr>
          <p:cNvPr id="3" name="example-answer-1-prompt-bar">
            <a:extLst xmlns:a="http://schemas.openxmlformats.org/drawingml/2006/main">
              <a:ext uri="{FF2B5EF4-FFF2-40B4-BE49-F238E27FC236}">
                <a16:creationId xmlns:a16="http://schemas.microsoft.com/office/drawing/2014/main" id="{31487D6E-FAB5-494D-88CF-7DBF49D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"/>
            <a:ext cx="6229350" cy="710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</a:ln>
        </p:spPr>
      </p:sp>
      <p:sp>
        <p:nvSpPr>
          <p:cNvPr id="4" name="example-prompt">
            <a:extLst xmlns:a="http://schemas.openxmlformats.org/drawingml/2006/main">
              <a:ext uri="{FF2B5EF4-FFF2-40B4-BE49-F238E27FC236}">
                <a16:creationId xmlns:a16="http://schemas.microsoft.com/office/drawing/2014/main" id="{3DCE3D25-3FDD-44E9-BA8E-D1C01C3D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"/>
            <a:ext cx="5962650" cy="558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料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史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律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该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</a:t>
            </a: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5" name="example-answer-1-1-root">
            <a:extLst xmlns:a="http://schemas.openxmlformats.org/drawingml/2006/main">
              <a:ext uri="{FF2B5EF4-FFF2-40B4-BE49-F238E27FC236}">
                <a16:creationId xmlns:a16="http://schemas.microsoft.com/office/drawing/2014/main" id="{97E3612F-37FF-4C80-89CF-4D4974C4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1154"/>
            <a:ext cx="97155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作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6" name="example-answer-1-1-brace-top">
            <a:extLst xmlns:a="http://schemas.openxmlformats.org/drawingml/2006/main">
              <a:ext uri="{FF2B5EF4-FFF2-40B4-BE49-F238E27FC236}">
                <a16:creationId xmlns:a16="http://schemas.microsoft.com/office/drawing/2014/main" id="{6E7C64BF-3F38-42C1-BE20-D95BB311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9156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7" name="example-answer-1-1-brace-stem">
            <a:extLst xmlns:a="http://schemas.openxmlformats.org/drawingml/2006/main">
              <a:ext uri="{FF2B5EF4-FFF2-40B4-BE49-F238E27FC236}">
                <a16:creationId xmlns:a16="http://schemas.microsoft.com/office/drawing/2014/main" id="{1B14F19B-DBBB-47CA-A982-6BDB6C2E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91565"/>
            <a:ext cx="0" cy="1356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8" name="example-answer-1-1-brace-bottom">
            <a:extLst xmlns:a="http://schemas.openxmlformats.org/drawingml/2006/main">
              <a:ext uri="{FF2B5EF4-FFF2-40B4-BE49-F238E27FC236}">
                <a16:creationId xmlns:a16="http://schemas.microsoft.com/office/drawing/2014/main" id="{C899CFE7-E58D-4BBC-B3B7-AA3C43CB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4792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9" name="example-answer-1-1-principle">
            <a:extLst xmlns:a="http://schemas.openxmlformats.org/drawingml/2006/main">
              <a:ext uri="{FF2B5EF4-FFF2-40B4-BE49-F238E27FC236}">
                <a16:creationId xmlns:a16="http://schemas.microsoft.com/office/drawing/2014/main" id="{204ECFFE-4991-41E0-BFB4-85A3762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91565"/>
            <a:ext cx="466725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力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决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定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example-answer-1-1-application">
            <a:extLst xmlns:a="http://schemas.openxmlformats.org/drawingml/2006/main">
              <a:ext uri="{FF2B5EF4-FFF2-40B4-BE49-F238E27FC236}">
                <a16:creationId xmlns:a16="http://schemas.microsoft.com/office/drawing/2014/main" id="{D46E2427-2DA4-4EF1-A3C4-C9098A6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8755"/>
            <a:ext cx="46672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原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安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排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约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展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需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要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作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相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应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调</a:t>
            </a:r>
          </a:p>
          <a:p xmlns:a="http://schemas.openxmlformats.org/drawingml/2006/main">
            <a:pPr>
              <a:defRPr sz="1800"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example-answer-1-1-score">
            <a:extLst xmlns:a="http://schemas.openxmlformats.org/drawingml/2006/main">
              <a:ext uri="{FF2B5EF4-FFF2-40B4-BE49-F238E27FC236}">
                <a16:creationId xmlns:a16="http://schemas.microsoft.com/office/drawing/2014/main" id="{5222D9BB-13F7-46F1-A187-421F960C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0735"/>
            <a:ext cx="466725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B050"/>
                </a:solidFill>
                <a:latin typeface="KaiTi"/>
                <a:ea typeface="KaiTi"/>
                <a:cs typeface="KaiTi"/>
              </a:defRPr>
            </a:pP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（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示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例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拟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分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：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本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点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3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分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）</a:t>
            </a:r>
          </a:p>
        </p:txBody>
      </p:sp>
      <p:sp>
        <p:nvSpPr>
          <p:cNvPr id="12" name="example-answer-1-2-root">
            <a:extLst xmlns:a="http://schemas.openxmlformats.org/drawingml/2006/main">
              <a:ext uri="{FF2B5EF4-FFF2-40B4-BE49-F238E27FC236}">
                <a16:creationId xmlns:a16="http://schemas.microsoft.com/office/drawing/2014/main" id="{CEB63C68-45CC-499B-9093-AE73B6F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6114"/>
            <a:ext cx="97155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反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作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13" name="example-answer-1-2-brace-top">
            <a:extLst xmlns:a="http://schemas.openxmlformats.org/drawingml/2006/main">
              <a:ext uri="{FF2B5EF4-FFF2-40B4-BE49-F238E27FC236}">
                <a16:creationId xmlns:a16="http://schemas.microsoft.com/office/drawing/2014/main" id="{A53E773B-AF5B-40DE-A7D2-6A83550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652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14" name="example-answer-1-2-brace-stem">
            <a:extLst xmlns:a="http://schemas.openxmlformats.org/drawingml/2006/main">
              <a:ext uri="{FF2B5EF4-FFF2-40B4-BE49-F238E27FC236}">
                <a16:creationId xmlns:a16="http://schemas.microsoft.com/office/drawing/2014/main" id="{72184160-8965-4588-81E6-4D8187C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6525"/>
            <a:ext cx="0" cy="1356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15" name="example-answer-1-2-brace-bottom">
            <a:extLst xmlns:a="http://schemas.openxmlformats.org/drawingml/2006/main">
              <a:ext uri="{FF2B5EF4-FFF2-40B4-BE49-F238E27FC236}">
                <a16:creationId xmlns:a16="http://schemas.microsoft.com/office/drawing/2014/main" id="{1FDC2523-C90E-4ACB-9730-9A8E924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288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5BD42"/>
            </a:solidFill>
          </a:ln>
        </p:spPr>
      </p:sp>
      <p:sp>
        <p:nvSpPr>
          <p:cNvPr id="16" name="example-answer-1-2-principle">
            <a:extLst xmlns:a="http://schemas.openxmlformats.org/drawingml/2006/main">
              <a:ext uri="{FF2B5EF4-FFF2-40B4-BE49-F238E27FC236}">
                <a16:creationId xmlns:a16="http://schemas.microsoft.com/office/drawing/2014/main" id="{4909FB5B-BDCA-4572-8F1A-67C09F15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76525"/>
            <a:ext cx="466725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力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具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反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作</a:t>
            </a:r>
            <a:r>
              <a:rPr b="1">
                <a:solidFill>
                  <a:srgbClr val="0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用</a:t>
            </a:r>
            <a:r>
              <a:rPr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example-answer-1-2-application">
            <a:extLst xmlns:a="http://schemas.openxmlformats.org/drawingml/2006/main">
              <a:ext uri="{FF2B5EF4-FFF2-40B4-BE49-F238E27FC236}">
                <a16:creationId xmlns:a16="http://schemas.microsoft.com/office/drawing/2014/main" id="{FB5EA97F-8894-4720-84A4-1EFD30FA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3715"/>
            <a:ext cx="46672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经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营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安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排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促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进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资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源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整</a:t>
            </a:r>
            <a:r>
              <a:rPr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合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提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高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效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率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推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动</a:t>
            </a:r>
          </a:p>
          <a:p xmlns:a="http://schemas.openxmlformats.org/drawingml/2006/main">
            <a:pPr>
              <a:defRPr sz="1800"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生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发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展</a:t>
            </a:r>
            <a:r>
              <a:rPr b="0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example-answer-1-2-score">
            <a:extLst xmlns:a="http://schemas.openxmlformats.org/drawingml/2006/main">
              <a:ext uri="{FF2B5EF4-FFF2-40B4-BE49-F238E27FC236}">
                <a16:creationId xmlns:a16="http://schemas.microsoft.com/office/drawing/2014/main" id="{35AF2A44-60D9-45A2-9DE0-26A61F36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5695"/>
            <a:ext cx="4667250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B050"/>
                </a:solidFill>
                <a:latin typeface="KaiTi"/>
                <a:ea typeface="KaiTi"/>
                <a:cs typeface="KaiTi"/>
              </a:defRPr>
            </a:pP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（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示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例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拟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分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：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本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点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3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分</a:t>
            </a:r>
            <a:r>
              <a:rPr b="1">
                <a:solidFill>
                  <a:srgbClr val="00B050"/>
                </a:solidFill>
                <a:latin typeface="KaiTi"/>
                <a:ea typeface="KaiTi"/>
                <a:cs typeface="KaiTi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63812743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2026-09-22T00:59:31.8290000Z</dcterms:created>
  <dcterms:modified xsi:type="dcterms:W3CDTF">2026-09-22T00:59:31.8290000Z</dcterms:modified>
</coreProperties>
</file>